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4"/>
  </p:sldMasterIdLst>
  <p:notesMasterIdLst>
    <p:notesMasterId r:id="rId6"/>
  </p:notesMasterIdLst>
  <p:sldIdLst>
    <p:sldId id="257" r:id="rId5"/>
  </p:sldIdLst>
  <p:sldSz cx="10058400" cy="7772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41BFB1F-23FC-9F36-30FA-DECD51CA641E}" name="Kaila Orsucci (TEKsystems, Inc.)" initials="KO(I" userId="S::v-korsucci@microsoft.com::e7aad994-0403-45c0-b7c8-0c969e213a38" providerId="AD"/>
  <p188:author id="{84FB8148-9464-6C57-92E8-788B128E693E}" name="Kirsten Ballweg" initials="KB" userId="S::kirstenb@microsoft.com::c47a99fc-9286-469c-b169-05c5a33df54a" providerId="AD"/>
  <p188:author id="{AB21A47C-7B25-CB16-8A25-0972AEFBA567}" name="Shawna Swanson" initials="SS" userId="S::shswanson@microsoft.com::586bed90-38fb-452d-bd30-6c7e2f92742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06B44"/>
    <a:srgbClr val="F4F3EE"/>
    <a:srgbClr val="F1F1F1"/>
    <a:srgbClr val="DFD8CA"/>
    <a:srgbClr val="FFFFFF"/>
    <a:srgbClr val="B48F85"/>
    <a:srgbClr val="FFFBF5"/>
    <a:srgbClr val="F8F8F8"/>
    <a:srgbClr val="B17558"/>
    <a:srgbClr val="4C34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376858-4F58-A8A7-68AC-37584693FEC5}" v="94" dt="2026-05-01T23:33:47.2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-110" y="-7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8/10/relationships/authors" Target="author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BAE0A3-FC72-C943-8915-67B78CCBD2EB}" type="datetimeFigureOut">
              <a:rPr lang="en-US" smtClean="0"/>
              <a:t>5/1/2026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885950" y="1143000"/>
            <a:ext cx="3086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8EF4D5-177F-4345-931A-46460CD21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6493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{image_background}">
            <a:extLst>
              <a:ext uri="{FF2B5EF4-FFF2-40B4-BE49-F238E27FC236}">
                <a16:creationId xmlns:a16="http://schemas.microsoft.com/office/drawing/2014/main" id="{693FCEDC-9FCE-A5AF-3FE9-E72374566C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058400" cy="77723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F7318F8-30E9-05DB-EBEB-1414910D5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3138" y="2335144"/>
            <a:ext cx="5740400" cy="1637813"/>
          </a:xfrm>
        </p:spPr>
        <p:txBody>
          <a:bodyPr/>
          <a:lstStyle>
            <a:lvl1pPr>
              <a:defRPr cap="all" baseline="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961BFBFD-30D3-6E47-4AEE-B7782732761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73138" y="765622"/>
            <a:ext cx="3960812" cy="974071"/>
          </a:xfrm>
        </p:spPr>
        <p:txBody>
          <a:bodyPr anchor="ctr"/>
          <a:lstStyle>
            <a:lvl1pPr marL="0" algn="l">
              <a:lnSpc>
                <a:spcPct val="110000"/>
              </a:lnSpc>
              <a:spcBef>
                <a:spcPts val="0"/>
              </a:spcBef>
              <a:defRPr sz="2400" b="0" i="0" cap="all" baseline="0">
                <a:latin typeface="+mj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663FE3D9-1C31-A78B-9B71-BEE9214DD14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73138" y="1927985"/>
            <a:ext cx="5740400" cy="218867"/>
          </a:xfrm>
        </p:spPr>
        <p:txBody>
          <a:bodyPr anchor="b"/>
          <a:lstStyle>
            <a:lvl1pPr marL="0">
              <a:lnSpc>
                <a:spcPct val="103000"/>
              </a:lnSpc>
              <a:spcBef>
                <a:spcPts val="0"/>
              </a:spcBef>
              <a:defRPr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484A2993-901A-7D60-182B-ACDC9F2BBA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36026" y="4076700"/>
            <a:ext cx="3960812" cy="1127312"/>
          </a:xfrm>
        </p:spPr>
        <p:txBody>
          <a:bodyPr anchor="b"/>
          <a:lstStyle>
            <a:lvl1pPr marL="0">
              <a:lnSpc>
                <a:spcPct val="103000"/>
              </a:lnSpc>
              <a:spcBef>
                <a:spcPts val="0"/>
              </a:spcBef>
              <a:defRPr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Text Placeholder 18">
            <a:extLst>
              <a:ext uri="{FF2B5EF4-FFF2-40B4-BE49-F238E27FC236}">
                <a16:creationId xmlns:a16="http://schemas.microsoft.com/office/drawing/2014/main" id="{529B3510-6350-689B-E0E1-1D3EE2C6DA7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36025" y="5532725"/>
            <a:ext cx="3950208" cy="384048"/>
          </a:xfrm>
        </p:spPr>
        <p:txBody>
          <a:bodyPr anchor="ctr"/>
          <a:lstStyle>
            <a:lvl1pPr marL="0" algn="l">
              <a:spcBef>
                <a:spcPts val="0"/>
              </a:spcBef>
              <a:defRPr sz="2700">
                <a:latin typeface="Rastanty Cortez" panose="02000506000000020003" pitchFamily="2" charset="77"/>
              </a:defRPr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6641F6A-AE99-9337-6994-103D34DAEC13}"/>
              </a:ext>
            </a:extLst>
          </p:cNvPr>
          <p:cNvCxnSpPr>
            <a:cxnSpLocks/>
          </p:cNvCxnSpPr>
          <p:nvPr userDrawn="1"/>
        </p:nvCxnSpPr>
        <p:spPr>
          <a:xfrm>
            <a:off x="5136026" y="5936880"/>
            <a:ext cx="394974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1A64A1A8-6B02-35D4-F05E-5AF416808B6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36026" y="5952434"/>
            <a:ext cx="3949237" cy="384020"/>
          </a:xfrm>
        </p:spPr>
        <p:txBody>
          <a:bodyPr anchor="ctr"/>
          <a:lstStyle>
            <a:lvl1pPr marL="0" algn="l">
              <a:spcBef>
                <a:spcPts val="0"/>
              </a:spcBef>
              <a:defRPr sz="1050" b="0" i="0" cap="none" baseline="0">
                <a:latin typeface="+mn-lt"/>
                <a:cs typeface="Quire Sans" panose="020B0502040400020003" pitchFamily="34" charset="0"/>
              </a:defRPr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9" name="Text Placeholder 18">
            <a:extLst>
              <a:ext uri="{FF2B5EF4-FFF2-40B4-BE49-F238E27FC236}">
                <a16:creationId xmlns:a16="http://schemas.microsoft.com/office/drawing/2014/main" id="{D2281DC7-1683-BD94-88EB-F18B3D86D2B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36025" y="6440197"/>
            <a:ext cx="3950208" cy="384048"/>
          </a:xfrm>
        </p:spPr>
        <p:txBody>
          <a:bodyPr anchor="ctr"/>
          <a:lstStyle>
            <a:lvl1pPr marL="0" algn="l">
              <a:spcBef>
                <a:spcPts val="0"/>
              </a:spcBef>
              <a:defRPr sz="1400" b="0" i="0">
                <a:latin typeface="+mn-lt"/>
                <a:cs typeface="Quire Sans" panose="020B0502040400020003" pitchFamily="34" charset="0"/>
              </a:defRPr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78702A2-D5EB-9120-CEF2-484AC0DBA4FC}"/>
              </a:ext>
            </a:extLst>
          </p:cNvPr>
          <p:cNvCxnSpPr>
            <a:cxnSpLocks/>
          </p:cNvCxnSpPr>
          <p:nvPr userDrawn="1"/>
        </p:nvCxnSpPr>
        <p:spPr>
          <a:xfrm>
            <a:off x="5136026" y="6844353"/>
            <a:ext cx="395025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18">
            <a:extLst>
              <a:ext uri="{FF2B5EF4-FFF2-40B4-BE49-F238E27FC236}">
                <a16:creationId xmlns:a16="http://schemas.microsoft.com/office/drawing/2014/main" id="{B112AD50-5E96-91B1-D9C2-83EF833DB23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136025" y="6864000"/>
            <a:ext cx="3950208" cy="384048"/>
          </a:xfrm>
        </p:spPr>
        <p:txBody>
          <a:bodyPr anchor="ctr"/>
          <a:lstStyle>
            <a:lvl1pPr marL="0" algn="l">
              <a:spcBef>
                <a:spcPts val="0"/>
              </a:spcBef>
              <a:defRPr sz="1050" b="0" i="0" cap="none" baseline="0">
                <a:latin typeface="+mn-lt"/>
                <a:cs typeface="Quire Sans" panose="020B0502040400020003" pitchFamily="34" charset="0"/>
              </a:defRPr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344434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07231" y="547690"/>
            <a:ext cx="8872538" cy="198834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7231" y="2731625"/>
            <a:ext cx="8872538" cy="47744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8232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</p:sldLayoutIdLst>
  <p:txStyles>
    <p:titleStyle>
      <a:lvl1pPr algn="l" defTabSz="1028700" rtl="0" eaLnBrk="1" latinLnBrk="0" hangingPunct="1">
        <a:lnSpc>
          <a:spcPct val="85000"/>
        </a:lnSpc>
        <a:spcBef>
          <a:spcPct val="0"/>
        </a:spcBef>
        <a:buNone/>
        <a:defRPr sz="6000" b="0" i="0" kern="1200" cap="all" baseline="0">
          <a:solidFill>
            <a:schemeClr val="accent1">
              <a:lumMod val="75000"/>
            </a:schemeClr>
          </a:solidFill>
          <a:latin typeface="+mj-lt"/>
          <a:ea typeface="+mj-ea"/>
          <a:cs typeface="Seaford Display" pitchFamily="2" charset="0"/>
        </a:defRPr>
      </a:lvl1pPr>
    </p:titleStyle>
    <p:bodyStyle>
      <a:lvl1pPr marL="257175" indent="0" algn="l" defTabSz="1028700" rtl="0" eaLnBrk="1" latinLnBrk="0" hangingPunct="1">
        <a:lnSpc>
          <a:spcPct val="103000"/>
        </a:lnSpc>
        <a:spcBef>
          <a:spcPts val="1125"/>
        </a:spcBef>
        <a:buFont typeface="Arial" panose="020B0604020202020204" pitchFamily="34" charset="0"/>
        <a:buNone/>
        <a:defRPr sz="1400" b="0" i="0" kern="1200">
          <a:solidFill>
            <a:schemeClr val="tx1"/>
          </a:solidFill>
          <a:latin typeface="+mn-lt"/>
          <a:ea typeface="+mn-ea"/>
          <a:cs typeface="Quire Sans" panose="020B0502040400020003" pitchFamily="34" charset="0"/>
        </a:defRPr>
      </a:lvl1pPr>
      <a:lvl2pPr marL="771525" indent="0" algn="l" defTabSz="1028700" rtl="0" eaLnBrk="1" latinLnBrk="0" hangingPunct="1">
        <a:lnSpc>
          <a:spcPct val="103000"/>
        </a:lnSpc>
        <a:spcBef>
          <a:spcPts val="563"/>
        </a:spcBef>
        <a:buFont typeface="Arial" panose="020B0604020202020204" pitchFamily="34" charset="0"/>
        <a:buNone/>
        <a:defRPr sz="1400" b="0" i="0" kern="1200">
          <a:solidFill>
            <a:schemeClr val="tx1"/>
          </a:solidFill>
          <a:latin typeface="+mn-lt"/>
          <a:ea typeface="+mn-ea"/>
          <a:cs typeface="Quire Sans" panose="020B0502040400020003" pitchFamily="34" charset="0"/>
        </a:defRPr>
      </a:lvl2pPr>
      <a:lvl3pPr marL="1285875" indent="0" algn="l" defTabSz="1028700" rtl="0" eaLnBrk="1" latinLnBrk="0" hangingPunct="1">
        <a:lnSpc>
          <a:spcPct val="103000"/>
        </a:lnSpc>
        <a:spcBef>
          <a:spcPts val="563"/>
        </a:spcBef>
        <a:buFont typeface="Arial" panose="020B0604020202020204" pitchFamily="34" charset="0"/>
        <a:buNone/>
        <a:defRPr sz="1400" b="0" i="0" kern="1200">
          <a:solidFill>
            <a:schemeClr val="tx1"/>
          </a:solidFill>
          <a:latin typeface="+mn-lt"/>
          <a:ea typeface="+mn-ea"/>
          <a:cs typeface="Quire Sans" panose="020B0502040400020003" pitchFamily="34" charset="0"/>
        </a:defRPr>
      </a:lvl3pPr>
      <a:lvl4pPr marL="1800225" indent="0" algn="l" defTabSz="1028700" rtl="0" eaLnBrk="1" latinLnBrk="0" hangingPunct="1">
        <a:lnSpc>
          <a:spcPct val="103000"/>
        </a:lnSpc>
        <a:spcBef>
          <a:spcPts val="563"/>
        </a:spcBef>
        <a:buFont typeface="Arial" panose="020B0604020202020204" pitchFamily="34" charset="0"/>
        <a:buNone/>
        <a:defRPr sz="1400" b="0" i="0" kern="1200">
          <a:solidFill>
            <a:schemeClr val="tx1"/>
          </a:solidFill>
          <a:latin typeface="+mn-lt"/>
          <a:ea typeface="+mn-ea"/>
          <a:cs typeface="Quire Sans" panose="020B0502040400020003" pitchFamily="34" charset="0"/>
        </a:defRPr>
      </a:lvl4pPr>
      <a:lvl5pPr marL="2314575" indent="0" algn="l" defTabSz="1028700" rtl="0" eaLnBrk="1" latinLnBrk="0" hangingPunct="1">
        <a:lnSpc>
          <a:spcPct val="103000"/>
        </a:lnSpc>
        <a:spcBef>
          <a:spcPts val="563"/>
        </a:spcBef>
        <a:buFont typeface="Arial" panose="020B0604020202020204" pitchFamily="34" charset="0"/>
        <a:buNone/>
        <a:defRPr sz="1400" b="0" i="0" kern="1200">
          <a:solidFill>
            <a:schemeClr val="tx1"/>
          </a:solidFill>
          <a:latin typeface="+mn-lt"/>
          <a:ea typeface="+mn-ea"/>
          <a:cs typeface="Quire Sans" panose="020B0502040400020003" pitchFamily="34" charset="0"/>
        </a:defRPr>
      </a:lvl5pPr>
      <a:lvl6pPr marL="282892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6pPr>
      <a:lvl7pPr marL="334327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7pPr>
      <a:lvl8pPr marL="385762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8pPr>
      <a:lvl9pPr marL="437197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3pPr>
      <a:lvl4pPr marL="154305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5pPr>
      <a:lvl6pPr marL="257175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6pPr>
      <a:lvl7pPr marL="308610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8pPr>
      <a:lvl9pPr marL="411480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0" pos="3168" userDrawn="1">
          <p15:clr>
            <a:srgbClr val="A4A3A4"/>
          </p15:clr>
        </p15:guide>
        <p15:guide id="51" orient="horz" pos="2448" userDrawn="1">
          <p15:clr>
            <a:srgbClr val="A4A3A4"/>
          </p15:clr>
        </p15:guide>
        <p15:guide id="52" pos="240" userDrawn="1">
          <p15:clr>
            <a:srgbClr val="F26B43"/>
          </p15:clr>
        </p15:guide>
        <p15:guide id="53" pos="493" userDrawn="1">
          <p15:clr>
            <a:srgbClr val="F26B43"/>
          </p15:clr>
        </p15:guide>
        <p15:guide id="54" pos="613" userDrawn="1">
          <p15:clr>
            <a:srgbClr val="F26B43"/>
          </p15:clr>
        </p15:guide>
        <p15:guide id="55" pos="867" userDrawn="1">
          <p15:clr>
            <a:srgbClr val="F26B43"/>
          </p15:clr>
        </p15:guide>
        <p15:guide id="56" pos="987" userDrawn="1">
          <p15:clr>
            <a:srgbClr val="F26B43"/>
          </p15:clr>
        </p15:guide>
        <p15:guide id="57" pos="1241" userDrawn="1">
          <p15:clr>
            <a:srgbClr val="F26B43"/>
          </p15:clr>
        </p15:guide>
        <p15:guide id="58" pos="1361" userDrawn="1">
          <p15:clr>
            <a:srgbClr val="F26B43"/>
          </p15:clr>
        </p15:guide>
        <p15:guide id="59" pos="1614" userDrawn="1">
          <p15:clr>
            <a:srgbClr val="F26B43"/>
          </p15:clr>
        </p15:guide>
        <p15:guide id="60" pos="1734" userDrawn="1">
          <p15:clr>
            <a:srgbClr val="F26B43"/>
          </p15:clr>
        </p15:guide>
        <p15:guide id="61" pos="1987" userDrawn="1">
          <p15:clr>
            <a:srgbClr val="F26B43"/>
          </p15:clr>
        </p15:guide>
        <p15:guide id="62" pos="2107" userDrawn="1">
          <p15:clr>
            <a:srgbClr val="F26B43"/>
          </p15:clr>
        </p15:guide>
        <p15:guide id="63" pos="2361" userDrawn="1">
          <p15:clr>
            <a:srgbClr val="F26B43"/>
          </p15:clr>
        </p15:guide>
        <p15:guide id="64" pos="2481" userDrawn="1">
          <p15:clr>
            <a:srgbClr val="F26B43"/>
          </p15:clr>
        </p15:guide>
        <p15:guide id="65" pos="2735" userDrawn="1">
          <p15:clr>
            <a:srgbClr val="F26B43"/>
          </p15:clr>
        </p15:guide>
        <p15:guide id="66" pos="2855" userDrawn="1">
          <p15:clr>
            <a:srgbClr val="F26B43"/>
          </p15:clr>
        </p15:guide>
        <p15:guide id="67" pos="3108" userDrawn="1">
          <p15:clr>
            <a:srgbClr val="F26B43"/>
          </p15:clr>
        </p15:guide>
        <p15:guide id="68" pos="3228" userDrawn="1">
          <p15:clr>
            <a:srgbClr val="F26B43"/>
          </p15:clr>
        </p15:guide>
        <p15:guide id="69" pos="3481" userDrawn="1">
          <p15:clr>
            <a:srgbClr val="F26B43"/>
          </p15:clr>
        </p15:guide>
        <p15:guide id="70" pos="3601" userDrawn="1">
          <p15:clr>
            <a:srgbClr val="F26B43"/>
          </p15:clr>
        </p15:guide>
        <p15:guide id="71" pos="3855" userDrawn="1">
          <p15:clr>
            <a:srgbClr val="F26B43"/>
          </p15:clr>
        </p15:guide>
        <p15:guide id="72" pos="3975" userDrawn="1">
          <p15:clr>
            <a:srgbClr val="F26B43"/>
          </p15:clr>
        </p15:guide>
        <p15:guide id="73" pos="4229" userDrawn="1">
          <p15:clr>
            <a:srgbClr val="F26B43"/>
          </p15:clr>
        </p15:guide>
        <p15:guide id="74" pos="4349" userDrawn="1">
          <p15:clr>
            <a:srgbClr val="F26B43"/>
          </p15:clr>
        </p15:guide>
        <p15:guide id="75" pos="4602" userDrawn="1">
          <p15:clr>
            <a:srgbClr val="F26B43"/>
          </p15:clr>
        </p15:guide>
        <p15:guide id="76" pos="4722" userDrawn="1">
          <p15:clr>
            <a:srgbClr val="F26B43"/>
          </p15:clr>
        </p15:guide>
        <p15:guide id="77" pos="4975" userDrawn="1">
          <p15:clr>
            <a:srgbClr val="F26B43"/>
          </p15:clr>
        </p15:guide>
        <p15:guide id="78" pos="5095" userDrawn="1">
          <p15:clr>
            <a:srgbClr val="F26B43"/>
          </p15:clr>
        </p15:guide>
        <p15:guide id="79" pos="5349" userDrawn="1">
          <p15:clr>
            <a:srgbClr val="F26B43"/>
          </p15:clr>
        </p15:guide>
        <p15:guide id="80" pos="5469" userDrawn="1">
          <p15:clr>
            <a:srgbClr val="F26B43"/>
          </p15:clr>
        </p15:guide>
        <p15:guide id="81" pos="5723" userDrawn="1">
          <p15:clr>
            <a:srgbClr val="F26B43"/>
          </p15:clr>
        </p15:guide>
        <p15:guide id="82" pos="5843" userDrawn="1">
          <p15:clr>
            <a:srgbClr val="F26B43"/>
          </p15:clr>
        </p15:guide>
        <p15:guide id="83" pos="6096" userDrawn="1">
          <p15:clr>
            <a:srgbClr val="F26B43"/>
          </p15:clr>
        </p15:guide>
        <p15:guide id="84" orient="horz" pos="240" userDrawn="1">
          <p15:clr>
            <a:srgbClr val="F26B43"/>
          </p15:clr>
        </p15:guide>
        <p15:guide id="85" orient="horz" pos="776" userDrawn="1">
          <p15:clr>
            <a:srgbClr val="F26B43"/>
          </p15:clr>
        </p15:guide>
        <p15:guide id="86" orient="horz" pos="1008" userDrawn="1">
          <p15:clr>
            <a:srgbClr val="F26B43"/>
          </p15:clr>
        </p15:guide>
        <p15:guide id="87" orient="horz" pos="1552" userDrawn="1">
          <p15:clr>
            <a:srgbClr val="F26B43"/>
          </p15:clr>
        </p15:guide>
        <p15:guide id="88" orient="horz" pos="1792" userDrawn="1">
          <p15:clr>
            <a:srgbClr val="F26B43"/>
          </p15:clr>
        </p15:guide>
        <p15:guide id="89" orient="horz" pos="2328" userDrawn="1">
          <p15:clr>
            <a:srgbClr val="F26B43"/>
          </p15:clr>
        </p15:guide>
        <p15:guide id="90" orient="horz" pos="2568" userDrawn="1">
          <p15:clr>
            <a:srgbClr val="F26B43"/>
          </p15:clr>
        </p15:guide>
        <p15:guide id="91" orient="horz" pos="3104" userDrawn="1">
          <p15:clr>
            <a:srgbClr val="F26B43"/>
          </p15:clr>
        </p15:guide>
        <p15:guide id="92" orient="horz" pos="3344" userDrawn="1">
          <p15:clr>
            <a:srgbClr val="F26B43"/>
          </p15:clr>
        </p15:guide>
        <p15:guide id="93" orient="horz" pos="3880" userDrawn="1">
          <p15:clr>
            <a:srgbClr val="F26B43"/>
          </p15:clr>
        </p15:guide>
        <p15:guide id="94" orient="horz" pos="4120" userDrawn="1">
          <p15:clr>
            <a:srgbClr val="F26B43"/>
          </p15:clr>
        </p15:guide>
        <p15:guide id="95" orient="horz" pos="465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EBFDA892-18F0-56E7-03CE-4F4B99F07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3138" y="2335144"/>
            <a:ext cx="5740400" cy="1637813"/>
          </a:xfrm>
        </p:spPr>
        <p:txBody>
          <a:bodyPr/>
          <a:lstStyle/>
          <a:p>
            <a:r>
              <a:rPr lang="en-US"/>
              <a:t>Expenditure Advisor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02A2359-0225-E5DF-8403-320D50ED99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73138" y="765622"/>
            <a:ext cx="3960812" cy="974071"/>
          </a:xfrm>
        </p:spPr>
        <p:txBody>
          <a:bodyPr/>
          <a:lstStyle/>
          <a:p>
            <a:r>
              <a:rPr lang="en-US" sz="1800">
                <a:cs typeface="Quire Sans"/>
              </a:rPr>
              <a:t>Created By:</a:t>
            </a:r>
            <a:endParaRPr lang="en-US" sz="1800" dirty="0">
              <a:cs typeface="Quire Sans"/>
            </a:endParaRPr>
          </a:p>
          <a:p>
            <a:r>
              <a:rPr lang="en-US">
                <a:cs typeface="Quire Sans"/>
              </a:rPr>
              <a:t>Tru Christian Martin</a:t>
            </a:r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5CAC59E-CFCD-7F54-08CB-6CC0B64E32A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73138" y="1927985"/>
            <a:ext cx="5740400" cy="21886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3E9A32-96ED-648F-231B-6BD1CC2210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71318" y="6211122"/>
            <a:ext cx="3949237" cy="384020"/>
          </a:xfrm>
        </p:spPr>
        <p:txBody>
          <a:bodyPr/>
          <a:lstStyle/>
          <a:p>
            <a:r>
              <a:rPr lang="en-US" dirty="0">
                <a:ea typeface="+mn-lt"/>
                <a:cs typeface="+mn-lt"/>
              </a:rPr>
              <a:t>This program analyzes your spending data to see how well it follows the 50/30/20 budget rule and provides specific advice on how to balance your finances.</a:t>
            </a:r>
            <a:endParaRPr lang="en-US" dirty="0"/>
          </a:p>
        </p:txBody>
      </p:sp>
      <p:pic>
        <p:nvPicPr>
          <p:cNvPr id="7" name="Picture 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B7658247-ECC6-82CA-0E51-722BD07B0C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610" y="4601086"/>
            <a:ext cx="4551755" cy="1603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16325"/>
      </p:ext>
    </p:extLst>
  </p:cSld>
  <p:clrMapOvr>
    <a:masterClrMapping/>
  </p:clrMapOvr>
</p:sld>
</file>

<file path=ppt/theme/theme1.xml><?xml version="1.0" encoding="utf-8"?>
<a:theme xmlns:a="http://schemas.openxmlformats.org/drawingml/2006/main" name="Certificate">
  <a:themeElements>
    <a:clrScheme name="Custom 25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906B44"/>
      </a:accent1>
      <a:accent2>
        <a:srgbClr val="F4F3EE"/>
      </a:accent2>
      <a:accent3>
        <a:srgbClr val="283337"/>
      </a:accent3>
      <a:accent4>
        <a:srgbClr val="956B5E"/>
      </a:accent4>
      <a:accent5>
        <a:srgbClr val="A05B54"/>
      </a:accent5>
      <a:accent6>
        <a:srgbClr val="D0B786"/>
      </a:accent6>
      <a:hlink>
        <a:srgbClr val="0563C1"/>
      </a:hlink>
      <a:folHlink>
        <a:srgbClr val="954F72"/>
      </a:folHlink>
    </a:clrScheme>
    <a:fontScheme name="Custom 245">
      <a:majorFont>
        <a:latin typeface="Seaford Display"/>
        <a:ea typeface=""/>
        <a:cs typeface=""/>
      </a:majorFont>
      <a:minorFont>
        <a:latin typeface="Quire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rtlCol="0">
        <a:noAutofit/>
      </a:bodyPr>
      <a:lstStyle>
        <a:defPPr algn="l"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BP_Certificate_2_2_win32_LW_v2" id="{3FB42C63-0228-487B-AB17-E08B49DEEA16}" vid="{67F38C28-5F5D-48A3-AC9B-C5EDBFB06AD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30e9df3-be65-4c73-a93b-d1236ebd677e" xsi:nil="true"/>
    <_ip_UnifiedCompliancePolicyUIAction xmlns="http://schemas.microsoft.com/sharepoint/v3" xsi:nil="true"/>
    <_ip_UnifiedCompliancePolicyProperties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ImageTagsTaxHTField xmlns="71af3243-3dd4-4a8d-8c0d-dd76da1f02a5">
      <Terms xmlns="http://schemas.microsoft.com/office/infopath/2007/PartnerControls"/>
    </ImageTagsTaxHTField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76F75D1-E5CA-4F8E-8E73-946F85EC70E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04B7354-BAA7-42EF-9AFB-B58624E1F800}">
  <ds:schemaRefs>
    <ds:schemaRef ds:uri="230e9df3-be65-4c73-a93b-d1236ebd677e"/>
    <ds:schemaRef ds:uri="71af3243-3dd4-4a8d-8c0d-dd76da1f02a5"/>
    <ds:schemaRef ds:uri="810d3b2f-b9cb-46a4-ba48-ad1eb7c8e550"/>
    <ds:schemaRef ds:uri="f95f5480-f1d0-4eeb-b337-72b9183c9241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49494E66-1906-430C-A080-047BB4EDB5A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30</Words>
  <Application>Microsoft Office PowerPoint</Application>
  <PresentationFormat>Custom</PresentationFormat>
  <Paragraphs>8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Certificate</vt:lpstr>
      <vt:lpstr>Expenditure Advisor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44</cp:revision>
  <dcterms:created xsi:type="dcterms:W3CDTF">2026-05-01T19:56:41Z</dcterms:created>
  <dcterms:modified xsi:type="dcterms:W3CDTF">2026-05-01T23:36:51Z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  <property fmtid="{D5CDD505-2E9C-101B-9397-08002B2CF9AE}" pid="4" name="Order">
    <vt:r8>2877300</vt:r8>
  </property>
  <property fmtid="{D5CDD505-2E9C-101B-9397-08002B2CF9AE}" pid="5" name="xd_Signature">
    <vt:bool>false</vt:bool>
  </property>
  <property fmtid="{D5CDD505-2E9C-101B-9397-08002B2CF9AE}" pid="6" name="Image">
    <vt:lpwstr>, </vt:lpwstr>
  </property>
  <property fmtid="{D5CDD505-2E9C-101B-9397-08002B2CF9AE}" pid="7" name="xd_ProgID">
    <vt:lpwstr/>
  </property>
  <property fmtid="{D5CDD505-2E9C-101B-9397-08002B2CF9AE}" pid="8" name="_ExtendedDescription">
    <vt:lpwstr/>
  </property>
  <property fmtid="{D5CDD505-2E9C-101B-9397-08002B2CF9AE}" pid="9" name="Background">
    <vt:bool>false</vt:bool>
  </property>
  <property fmtid="{D5CDD505-2E9C-101B-9397-08002B2CF9AE}" pid="10" name="TriggerFlowInfo">
    <vt:lpwstr/>
  </property>
  <property fmtid="{D5CDD505-2E9C-101B-9397-08002B2CF9AE}" pid="11" name="ComplianceAssetId">
    <vt:lpwstr/>
  </property>
  <property fmtid="{D5CDD505-2E9C-101B-9397-08002B2CF9AE}" pid="12" name="TemplateUrl">
    <vt:lpwstr/>
  </property>
</Properties>
</file>